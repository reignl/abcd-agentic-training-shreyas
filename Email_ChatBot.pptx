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67" r:id="rId13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52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5078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2472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1722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90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-5-8.svg"/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-5-6.svg"/><Relationship Id="rId5" Type="http://schemas.openxmlformats.org/officeDocument/2006/relationships/image" Target="../media/image-5-4.svg"/><Relationship Id="rId10" Type="http://schemas.openxmlformats.org/officeDocument/2006/relationships/image" Target="../media/image-5-10.svg"/><Relationship Id="rId4" Type="http://schemas.openxmlformats.org/officeDocument/2006/relationships/image" Target="../media/image-5-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-7-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-7-5.svg"/><Relationship Id="rId11" Type="http://schemas.openxmlformats.org/officeDocument/2006/relationships/image" Target="../media/image-7-11.svg"/><Relationship Id="rId5" Type="http://schemas.openxmlformats.org/officeDocument/2006/relationships/image" Target="../media/image-7-3.svg"/><Relationship Id="rId4" Type="http://schemas.openxmlformats.org/officeDocument/2006/relationships/image" Target="../media/image6.png"/><Relationship Id="rId9" Type="http://schemas.openxmlformats.org/officeDocument/2006/relationships/image" Target="../media/image-7-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-8-8.svg"/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-8-6.svg"/><Relationship Id="rId5" Type="http://schemas.openxmlformats.org/officeDocument/2006/relationships/image" Target="../media/image-8-4.svg"/><Relationship Id="rId10" Type="http://schemas.openxmlformats.org/officeDocument/2006/relationships/image" Target="../media/image-8-10.svg"/><Relationship Id="rId4" Type="http://schemas.openxmlformats.org/officeDocument/2006/relationships/image" Target="../media/image-8-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4546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Email ChatBot – AI-Based Email Automation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50318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n8n, Telegram &amp; Google Gemini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12123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Shreyas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| 3rd Year CSE – A | VNR VJIET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917" y="527090"/>
            <a:ext cx="9288899" cy="59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 with Email Communication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17" y="1629251"/>
            <a:ext cx="6410444" cy="64104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556659" y="1629251"/>
            <a:ext cx="6410444" cy="1533763"/>
          </a:xfrm>
          <a:prstGeom prst="roundRect">
            <a:avLst>
              <a:gd name="adj" fmla="val 715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533799" y="1629251"/>
            <a:ext cx="91440" cy="1533763"/>
          </a:xfrm>
          <a:prstGeom prst="roundRect">
            <a:avLst>
              <a:gd name="adj" fmla="val 88049"/>
            </a:avLst>
          </a:prstGeom>
          <a:solidFill>
            <a:srgbClr val="4950BC"/>
          </a:solidFill>
          <a:ln/>
        </p:spPr>
      </p:sp>
      <p:sp>
        <p:nvSpPr>
          <p:cNvPr id="6" name="Text 3"/>
          <p:cNvSpPr/>
          <p:nvPr/>
        </p:nvSpPr>
        <p:spPr>
          <a:xfrm>
            <a:off x="7839789" y="1843802"/>
            <a:ext cx="3041333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Time-Consuming Process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839789" y="2335054"/>
            <a:ext cx="5912763" cy="61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Drafting professional emails takes valuable time away from core tasks, especially when dealing with repetitive communications.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556659" y="3354705"/>
            <a:ext cx="6410444" cy="1533763"/>
          </a:xfrm>
          <a:prstGeom prst="roundRect">
            <a:avLst>
              <a:gd name="adj" fmla="val 715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33799" y="3354705"/>
            <a:ext cx="91440" cy="1533763"/>
          </a:xfrm>
          <a:prstGeom prst="roundRect">
            <a:avLst>
              <a:gd name="adj" fmla="val 88049"/>
            </a:avLst>
          </a:prstGeom>
          <a:solidFill>
            <a:srgbClr val="4950BC"/>
          </a:solidFill>
          <a:ln/>
        </p:spPr>
      </p:sp>
      <p:sp>
        <p:nvSpPr>
          <p:cNvPr id="10" name="Text 7"/>
          <p:cNvSpPr/>
          <p:nvPr/>
        </p:nvSpPr>
        <p:spPr>
          <a:xfrm>
            <a:off x="7839789" y="3569256"/>
            <a:ext cx="2648069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Formatting Challenges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839789" y="4060508"/>
            <a:ext cx="5912763" cy="61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 struggle with proper structure, tone, and clarity—resulting in unprofessional or unclear messages.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556659" y="5080159"/>
            <a:ext cx="6410444" cy="1533763"/>
          </a:xfrm>
          <a:prstGeom prst="roundRect">
            <a:avLst>
              <a:gd name="adj" fmla="val 715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33799" y="5080159"/>
            <a:ext cx="91440" cy="1533763"/>
          </a:xfrm>
          <a:prstGeom prst="roundRect">
            <a:avLst>
              <a:gd name="adj" fmla="val 88049"/>
            </a:avLst>
          </a:prstGeom>
          <a:solidFill>
            <a:srgbClr val="4950BC"/>
          </a:solidFill>
          <a:ln/>
        </p:spPr>
      </p:sp>
      <p:sp>
        <p:nvSpPr>
          <p:cNvPr id="14" name="Text 11"/>
          <p:cNvSpPr/>
          <p:nvPr/>
        </p:nvSpPr>
        <p:spPr>
          <a:xfrm>
            <a:off x="7839789" y="5294709"/>
            <a:ext cx="2433876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Need for Automation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7839789" y="5785961"/>
            <a:ext cx="5912763" cy="61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Repetitive emails like leave requests and status updates require a faster, automated solution.</a:t>
            </a:r>
            <a:endParaRPr lang="en-US" sz="1500" dirty="0"/>
          </a:p>
        </p:txBody>
      </p:sp>
      <p:sp>
        <p:nvSpPr>
          <p:cNvPr id="16" name="Rectangle 15"/>
          <p:cNvSpPr/>
          <p:nvPr/>
        </p:nvSpPr>
        <p:spPr>
          <a:xfrm>
            <a:off x="12705907" y="7772400"/>
            <a:ext cx="1839433" cy="3508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7453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 Solution: AI-Powered Email Automation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832259"/>
            <a:ext cx="3664744" cy="2410897"/>
          </a:xfrm>
          <a:prstGeom prst="roundRect">
            <a:avLst>
              <a:gd name="adj" fmla="val 39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3066693"/>
            <a:ext cx="28738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Telegram Integration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557111"/>
            <a:ext cx="319587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messages directly through your familiar Telegram interface—no need to switch applications.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2832259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782" y="30666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AI-Powered Drafting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782" y="3557111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Gemini transforms casual chat messages into professionally formatted emails instantly.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469969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57044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Gmail API Delivery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6194822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Seamlessly send emails directly through your Gmail account with complete security and reliability.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843" y="511850"/>
            <a:ext cx="4642247" cy="580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Objectives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49843" y="1579364"/>
            <a:ext cx="185618" cy="23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9843" y="1871901"/>
            <a:ext cx="7817168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649843" y="2010370"/>
            <a:ext cx="2749153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 Email Drafting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9843" y="2486144"/>
            <a:ext cx="7817168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 manual composition for routine communications, saving hours weekly.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9843" y="3108127"/>
            <a:ext cx="185618" cy="23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9843" y="3400663"/>
            <a:ext cx="7817168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649843" y="3539133"/>
            <a:ext cx="3126224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Ensure Professional Quality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843" y="4014907"/>
            <a:ext cx="7817168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 consistent formatting, tone, and structure across all automated emails.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9843" y="4636889"/>
            <a:ext cx="185618" cy="23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9843" y="4929426"/>
            <a:ext cx="7817168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649843" y="5067895"/>
            <a:ext cx="2503051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 smtClean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</a:t>
            </a: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Conversion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843" y="5543669"/>
            <a:ext cx="7817168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Instantly transform conversational messages into polished email drafts.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9843" y="6165652"/>
            <a:ext cx="185618" cy="23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9843" y="6458188"/>
            <a:ext cx="7817168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7" name="Text 15"/>
          <p:cNvSpPr/>
          <p:nvPr/>
        </p:nvSpPr>
        <p:spPr>
          <a:xfrm>
            <a:off x="649843" y="6596658"/>
            <a:ext cx="2321123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Boost Productivity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843" y="7072432"/>
            <a:ext cx="7817168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 workflow automation to focus on high-value tasks.</a:t>
            </a:r>
            <a:endParaRPr lang="en-US" sz="14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7544" y="1579364"/>
            <a:ext cx="5060513" cy="5060513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12705907" y="7772400"/>
            <a:ext cx="1839433" cy="3508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191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 Stack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93790" y="2154317"/>
            <a:ext cx="680442" cy="680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57720" y="23456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n8n Workflow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757720" y="2836069"/>
            <a:ext cx="319468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Open-source automation platform orchestrating the entire process with visual workflow design and powerful integrations.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235893" y="2154317"/>
            <a:ext cx="680442" cy="680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9823" y="23456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Google Gemini LLM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199823" y="2836069"/>
            <a:ext cx="319468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language model providing intelligent email composition with context awareness and natural language understanding.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9677995" y="2154317"/>
            <a:ext cx="680442" cy="6804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641925" y="23456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Telegram Bot API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641925" y="2836069"/>
            <a:ext cx="319468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messaging interface enabling seamless user interaction through a familiar, mobile-friendly platform.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793790" y="5104209"/>
            <a:ext cx="680442" cy="6804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757720" y="52955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Gmail API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757720" y="5785961"/>
            <a:ext cx="319468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Google API for secure email sending and account integration with OAuth2 authentication.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5235893" y="5104209"/>
            <a:ext cx="680442" cy="68044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199823" y="52955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LangChain Memory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6199823" y="5785961"/>
            <a:ext cx="319468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 memory tools maintaining context across interactions for coherent, personalised responses.</a:t>
            </a:r>
            <a:endParaRPr lang="en-US" sz="1750" dirty="0"/>
          </a:p>
        </p:txBody>
      </p:sp>
      <p:sp>
        <p:nvSpPr>
          <p:cNvPr id="18" name="Rectangle 17"/>
          <p:cNvSpPr/>
          <p:nvPr/>
        </p:nvSpPr>
        <p:spPr>
          <a:xfrm>
            <a:off x="12705907" y="7772400"/>
            <a:ext cx="1839433" cy="3508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4607" y="522208"/>
            <a:ext cx="4764881" cy="593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07" y="1495187"/>
            <a:ext cx="949404" cy="11393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03797" y="1684973"/>
            <a:ext cx="2373749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Input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803797" y="2095500"/>
            <a:ext cx="12161996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Sends message via Telegram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607" y="2634496"/>
            <a:ext cx="949404" cy="11393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03797" y="2824282"/>
            <a:ext cx="2373749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Telegram Bot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1803797" y="3234809"/>
            <a:ext cx="12161996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Receives &amp; forwards message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607" y="3773805"/>
            <a:ext cx="949404" cy="11393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803797" y="3963591"/>
            <a:ext cx="2373749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n8n Automation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803797" y="4374118"/>
            <a:ext cx="12161996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Triggers AI workflow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607" y="4913114"/>
            <a:ext cx="949404" cy="113930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803797" y="5102900"/>
            <a:ext cx="2373749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Agent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803797" y="5513427"/>
            <a:ext cx="12161996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Drafts professional email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607" y="6052423"/>
            <a:ext cx="949404" cy="113930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803797" y="6242209"/>
            <a:ext cx="2373749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Gmail API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1803797" y="6652736"/>
            <a:ext cx="12161996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Sends email securely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664607" y="7405330"/>
            <a:ext cx="13301186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architecture ensures secure, efficient communication flow from casual chat to professional email delivery.</a:t>
            </a:r>
            <a:endParaRPr lang="en-US" sz="1450" dirty="0"/>
          </a:p>
        </p:txBody>
      </p:sp>
      <p:sp>
        <p:nvSpPr>
          <p:cNvPr id="19" name="Rectangle 18"/>
          <p:cNvSpPr/>
          <p:nvPr/>
        </p:nvSpPr>
        <p:spPr>
          <a:xfrm>
            <a:off x="12705907" y="7772400"/>
            <a:ext cx="1839433" cy="3508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0791" y="479941"/>
            <a:ext cx="4363045" cy="545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Workflow Process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791" y="1483400"/>
            <a:ext cx="5799773" cy="579977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018496" y="1745099"/>
            <a:ext cx="174427" cy="813316"/>
          </a:xfrm>
          <a:prstGeom prst="roundRect">
            <a:avLst>
              <a:gd name="adj" fmla="val 4202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843951" y="1630561"/>
            <a:ext cx="523518" cy="523518"/>
          </a:xfrm>
          <a:prstGeom prst="roundRect">
            <a:avLst>
              <a:gd name="adj" fmla="val 8733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974800" y="1761530"/>
            <a:ext cx="261699" cy="2616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41895" y="1657826"/>
            <a:ext cx="2181463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Message Input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7541895" y="2104906"/>
            <a:ext cx="6485215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sends email details through Telegram bot interface.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7280196" y="2994660"/>
            <a:ext cx="174427" cy="813316"/>
          </a:xfrm>
          <a:prstGeom prst="roundRect">
            <a:avLst>
              <a:gd name="adj" fmla="val 4202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105650" y="2880122"/>
            <a:ext cx="523518" cy="523518"/>
          </a:xfrm>
          <a:prstGeom prst="roundRect">
            <a:avLst>
              <a:gd name="adj" fmla="val 8733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7236500" y="3011091"/>
            <a:ext cx="261699" cy="26169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803594" y="2907387"/>
            <a:ext cx="2181463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Trigger Activation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7803594" y="3354467"/>
            <a:ext cx="6223516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n8n workflow automatically initiates upon message receipt.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7542014" y="4244221"/>
            <a:ext cx="174427" cy="813316"/>
          </a:xfrm>
          <a:prstGeom prst="roundRect">
            <a:avLst>
              <a:gd name="adj" fmla="val 4202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367468" y="4129683"/>
            <a:ext cx="523518" cy="523518"/>
          </a:xfrm>
          <a:prstGeom prst="roundRect">
            <a:avLst>
              <a:gd name="adj" fmla="val 8733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7498318" y="4260652"/>
            <a:ext cx="261699" cy="26169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65413" y="4156948"/>
            <a:ext cx="2181463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Drafting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8065413" y="4604028"/>
            <a:ext cx="596169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AI generates professionally formatted email content.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7803833" y="5493782"/>
            <a:ext cx="174427" cy="813316"/>
          </a:xfrm>
          <a:prstGeom prst="roundRect">
            <a:avLst>
              <a:gd name="adj" fmla="val 4202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629287" y="5379244"/>
            <a:ext cx="523518" cy="523518"/>
          </a:xfrm>
          <a:prstGeom prst="roundRect">
            <a:avLst>
              <a:gd name="adj" fmla="val 8733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7760137" y="5510213"/>
            <a:ext cx="261699" cy="26169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327231" y="5406509"/>
            <a:ext cx="2181463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Preview &amp; Review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8327231" y="5853589"/>
            <a:ext cx="5699879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preview sent back to Telegram for user approval.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7542014" y="6743343"/>
            <a:ext cx="174427" cy="813316"/>
          </a:xfrm>
          <a:prstGeom prst="roundRect">
            <a:avLst>
              <a:gd name="adj" fmla="val 4202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7367468" y="6628805"/>
            <a:ext cx="523518" cy="523518"/>
          </a:xfrm>
          <a:prstGeom prst="roundRect">
            <a:avLst>
              <a:gd name="adj" fmla="val 8733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7498318" y="6759773"/>
            <a:ext cx="261699" cy="26169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065413" y="6656070"/>
            <a:ext cx="2181463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Email Delivery</a:t>
            </a:r>
            <a:endParaRPr lang="en-US" sz="1700" dirty="0"/>
          </a:p>
        </p:txBody>
      </p:sp>
      <p:sp>
        <p:nvSpPr>
          <p:cNvPr id="28" name="Text 20"/>
          <p:cNvSpPr/>
          <p:nvPr/>
        </p:nvSpPr>
        <p:spPr>
          <a:xfrm>
            <a:off x="8065413" y="7103150"/>
            <a:ext cx="596169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Upon confirmation, Gmail API sends the final email.</a:t>
            </a:r>
            <a:endParaRPr lang="en-US" sz="1350" dirty="0"/>
          </a:p>
        </p:txBody>
      </p:sp>
      <p:sp>
        <p:nvSpPr>
          <p:cNvPr id="29" name="Rectangle 28"/>
          <p:cNvSpPr/>
          <p:nvPr/>
        </p:nvSpPr>
        <p:spPr>
          <a:xfrm>
            <a:off x="12705907" y="7772400"/>
            <a:ext cx="1839433" cy="3508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4143" y="601147"/>
            <a:ext cx="7253764" cy="682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 &amp; Capabilities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764143" y="1720096"/>
            <a:ext cx="4221837" cy="3194328"/>
          </a:xfrm>
          <a:prstGeom prst="roundRect">
            <a:avLst>
              <a:gd name="adj" fmla="val 28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0005" y="1945958"/>
            <a:ext cx="654963" cy="654963"/>
          </a:xfrm>
          <a:prstGeom prst="roundRect">
            <a:avLst>
              <a:gd name="adj" fmla="val 13959698"/>
            </a:avLst>
          </a:prstGeom>
          <a:solidFill>
            <a:srgbClr val="4950B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70146" y="2125980"/>
            <a:ext cx="294680" cy="294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0005" y="2819162"/>
            <a:ext cx="3038237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Auto-Generated Drafts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90005" y="3291245"/>
            <a:ext cx="3770114" cy="1397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creates complete email drafts from brief instructions, understanding context and requirements.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204222" y="1720096"/>
            <a:ext cx="4221837" cy="3194328"/>
          </a:xfrm>
          <a:prstGeom prst="roundRect">
            <a:avLst>
              <a:gd name="adj" fmla="val 28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30083" y="1945958"/>
            <a:ext cx="654963" cy="654963"/>
          </a:xfrm>
          <a:prstGeom prst="roundRect">
            <a:avLst>
              <a:gd name="adj" fmla="val 13959698"/>
            </a:avLst>
          </a:prstGeom>
          <a:solidFill>
            <a:srgbClr val="4950B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610225" y="2125980"/>
            <a:ext cx="294680" cy="2946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30083" y="2819162"/>
            <a:ext cx="2886670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Automatic Signatures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5430083" y="3291245"/>
            <a:ext cx="3770114" cy="104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signatures appended seamlessly to every email for consistent branding.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9644301" y="1720096"/>
            <a:ext cx="4221837" cy="3194328"/>
          </a:xfrm>
          <a:prstGeom prst="roundRect">
            <a:avLst>
              <a:gd name="adj" fmla="val 28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70162" y="1945958"/>
            <a:ext cx="654963" cy="654963"/>
          </a:xfrm>
          <a:prstGeom prst="roundRect">
            <a:avLst>
              <a:gd name="adj" fmla="val 13959698"/>
            </a:avLst>
          </a:prstGeom>
          <a:solidFill>
            <a:srgbClr val="4950B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0050304" y="2125980"/>
            <a:ext cx="294680" cy="2946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0162" y="2819162"/>
            <a:ext cx="3051096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Context-Aware Writing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9870162" y="3291245"/>
            <a:ext cx="3770114" cy="104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LangChain memory maintains conversation history for coherent, personalised communication.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764143" y="5132665"/>
            <a:ext cx="6441877" cy="2495669"/>
          </a:xfrm>
          <a:prstGeom prst="roundRect">
            <a:avLst>
              <a:gd name="adj" fmla="val 367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90005" y="5358527"/>
            <a:ext cx="654963" cy="654963"/>
          </a:xfrm>
          <a:prstGeom prst="roundRect">
            <a:avLst>
              <a:gd name="adj" fmla="val 13959698"/>
            </a:avLst>
          </a:prstGeom>
          <a:solidFill>
            <a:srgbClr val="4950B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1170146" y="5538549"/>
            <a:ext cx="294680" cy="2946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90005" y="6231731"/>
            <a:ext cx="2896553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Secure OAuth Access</a:t>
            </a:r>
            <a:endParaRPr lang="en-US" sz="2100" dirty="0"/>
          </a:p>
        </p:txBody>
      </p:sp>
      <p:sp>
        <p:nvSpPr>
          <p:cNvPr id="22" name="Text 16"/>
          <p:cNvSpPr/>
          <p:nvPr/>
        </p:nvSpPr>
        <p:spPr>
          <a:xfrm>
            <a:off x="990005" y="6703814"/>
            <a:ext cx="5990153" cy="698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Gmail integration protected by OAuth2 authentication ensuring account security.</a:t>
            </a:r>
            <a:endParaRPr lang="en-US" sz="1700" dirty="0"/>
          </a:p>
        </p:txBody>
      </p:sp>
      <p:sp>
        <p:nvSpPr>
          <p:cNvPr id="23" name="Shape 17"/>
          <p:cNvSpPr/>
          <p:nvPr/>
        </p:nvSpPr>
        <p:spPr>
          <a:xfrm>
            <a:off x="7424261" y="5132665"/>
            <a:ext cx="6441877" cy="2495669"/>
          </a:xfrm>
          <a:prstGeom prst="roundRect">
            <a:avLst>
              <a:gd name="adj" fmla="val 367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650123" y="5358527"/>
            <a:ext cx="654963" cy="654963"/>
          </a:xfrm>
          <a:prstGeom prst="roundRect">
            <a:avLst>
              <a:gd name="adj" fmla="val 13959698"/>
            </a:avLst>
          </a:prstGeom>
          <a:solidFill>
            <a:srgbClr val="4950BC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7830264" y="5538549"/>
            <a:ext cx="294680" cy="2946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50123" y="6231731"/>
            <a:ext cx="317492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Preview Before Sending</a:t>
            </a:r>
            <a:endParaRPr lang="en-US" sz="2100" dirty="0"/>
          </a:p>
        </p:txBody>
      </p:sp>
      <p:sp>
        <p:nvSpPr>
          <p:cNvPr id="27" name="Text 20"/>
          <p:cNvSpPr/>
          <p:nvPr/>
        </p:nvSpPr>
        <p:spPr>
          <a:xfrm>
            <a:off x="7650123" y="6703814"/>
            <a:ext cx="5990153" cy="698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and approve drafts within Telegram before final delivery for complete control.</a:t>
            </a:r>
            <a:endParaRPr lang="en-US" sz="1700" dirty="0"/>
          </a:p>
        </p:txBody>
      </p:sp>
      <p:sp>
        <p:nvSpPr>
          <p:cNvPr id="28" name="Rectangle 27"/>
          <p:cNvSpPr/>
          <p:nvPr/>
        </p:nvSpPr>
        <p:spPr>
          <a:xfrm>
            <a:off x="12705907" y="7772400"/>
            <a:ext cx="1839433" cy="3508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862" y="333018"/>
            <a:ext cx="4224457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Implementation &amp; Use Cases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23862" y="1014413"/>
            <a:ext cx="2041803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Technical Components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23862" y="1377672"/>
            <a:ext cx="6743581" cy="776764"/>
          </a:xfrm>
          <a:prstGeom prst="roundRect">
            <a:avLst>
              <a:gd name="adj" fmla="val 6550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0189" y="1513999"/>
            <a:ext cx="151411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Telegram Trigger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0189" y="1824395"/>
            <a:ext cx="6470928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Webhook-based message reception initiating the automation flow.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23862" y="2275523"/>
            <a:ext cx="6743581" cy="776764"/>
          </a:xfrm>
          <a:prstGeom prst="roundRect">
            <a:avLst>
              <a:gd name="adj" fmla="val 6550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0189" y="2411849"/>
            <a:ext cx="151411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Agent Node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0189" y="2722245"/>
            <a:ext cx="6470928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+ LangChain integration for intelligent email generation.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3862" y="3173373"/>
            <a:ext cx="6743581" cy="776764"/>
          </a:xfrm>
          <a:prstGeom prst="roundRect">
            <a:avLst>
              <a:gd name="adj" fmla="val 6550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0189" y="3309699"/>
            <a:ext cx="151411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Memory System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0189" y="3620095"/>
            <a:ext cx="6470928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Session-based context retention across conversations.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3862" y="4071223"/>
            <a:ext cx="6743581" cy="776764"/>
          </a:xfrm>
          <a:prstGeom prst="roundRect">
            <a:avLst>
              <a:gd name="adj" fmla="val 6550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0189" y="4207550"/>
            <a:ext cx="151411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Gmail Tools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0189" y="4517946"/>
            <a:ext cx="6470928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creation and send capabilities through official API.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70577" y="1014413"/>
            <a:ext cx="2155150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Real-World Applications</a:t>
            </a:r>
            <a:endParaRPr lang="en-US" sz="14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819" y="1471494"/>
            <a:ext cx="6743581" cy="674358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470577" y="8257461"/>
            <a:ext cx="6743581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Applications: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Quick submission of absence requests with proper formatting.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470577" y="8493562"/>
            <a:ext cx="6743581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Communication: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Professional correspondence with faculty, administration, or colleagues.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470577" y="8729663"/>
            <a:ext cx="6743581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Updates: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Progress reports and status communications sent efficiently.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470577" y="8965763"/>
            <a:ext cx="6743581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 Submissions: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Properly formatted submission emails with attachments.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199" y="63752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 smtClean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OUTPUTS</a:t>
            </a:r>
            <a:endParaRPr lang="en-US" sz="4450" dirty="0"/>
          </a:p>
        </p:txBody>
      </p:sp>
      <p:sp>
        <p:nvSpPr>
          <p:cNvPr id="18" name="Rectangle 17"/>
          <p:cNvSpPr/>
          <p:nvPr/>
        </p:nvSpPr>
        <p:spPr>
          <a:xfrm>
            <a:off x="12705907" y="7772400"/>
            <a:ext cx="1839433" cy="3508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70" y="1579399"/>
            <a:ext cx="13472717" cy="611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534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199" y="63752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 smtClean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OUTPUTS</a:t>
            </a:r>
            <a:endParaRPr lang="en-US" sz="4450" dirty="0"/>
          </a:p>
        </p:txBody>
      </p:sp>
      <p:sp>
        <p:nvSpPr>
          <p:cNvPr id="18" name="Rectangle 17"/>
          <p:cNvSpPr/>
          <p:nvPr/>
        </p:nvSpPr>
        <p:spPr>
          <a:xfrm>
            <a:off x="12705907" y="7772400"/>
            <a:ext cx="1839433" cy="3508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494" y="1346299"/>
            <a:ext cx="8336372" cy="6751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109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199" y="63752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 smtClean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OUTPUTS</a:t>
            </a:r>
            <a:endParaRPr lang="en-US" sz="4450" dirty="0"/>
          </a:p>
        </p:txBody>
      </p:sp>
      <p:sp>
        <p:nvSpPr>
          <p:cNvPr id="18" name="Rectangle 17"/>
          <p:cNvSpPr/>
          <p:nvPr/>
        </p:nvSpPr>
        <p:spPr>
          <a:xfrm>
            <a:off x="12705907" y="7772400"/>
            <a:ext cx="1839433" cy="3508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59" y="1977656"/>
            <a:ext cx="6605176" cy="536828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037795"/>
            <a:ext cx="6639852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519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567</Words>
  <Application>Microsoft Office PowerPoint</Application>
  <PresentationFormat>Custom</PresentationFormat>
  <Paragraphs>105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Inter</vt:lpstr>
      <vt:lpstr>Inter Bold</vt:lpstr>
      <vt:lpstr>Inter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Shreyas Sripalle</cp:lastModifiedBy>
  <cp:revision>2</cp:revision>
  <dcterms:created xsi:type="dcterms:W3CDTF">2025-11-01T07:17:41Z</dcterms:created>
  <dcterms:modified xsi:type="dcterms:W3CDTF">2025-11-01T07:23:55Z</dcterms:modified>
</cp:coreProperties>
</file>